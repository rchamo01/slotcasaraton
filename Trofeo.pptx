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30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017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44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3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51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15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67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8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4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8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1D93A-2DB9-447D-AD95-1700CDDA0C10}" type="datetimeFigureOut">
              <a:rPr lang="en-GB" smtClean="0"/>
              <a:t>24/12/2025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F2C35-245A-41F3-8140-C2B519B5C3F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68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2805031" y="545430"/>
            <a:ext cx="1080000" cy="10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Elipse 4"/>
          <p:cNvSpPr/>
          <p:nvPr/>
        </p:nvSpPr>
        <p:spPr>
          <a:xfrm>
            <a:off x="5015493" y="545430"/>
            <a:ext cx="1080000" cy="108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Elipse 5"/>
          <p:cNvSpPr/>
          <p:nvPr/>
        </p:nvSpPr>
        <p:spPr>
          <a:xfrm>
            <a:off x="3370262" y="1117514"/>
            <a:ext cx="2178282" cy="216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600" dirty="0" smtClean="0">
                <a:latin typeface="Castellar" panose="020A0402060406010301" pitchFamily="18" charset="0"/>
              </a:rPr>
              <a:t>26</a:t>
            </a:r>
            <a:endParaRPr lang="en-GB" sz="9600" dirty="0">
              <a:latin typeface="Castellar" panose="020A0402060406010301" pitchFamily="18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284" y="545430"/>
            <a:ext cx="3304032" cy="312267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811" y="3146047"/>
            <a:ext cx="3304032" cy="31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092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Castellar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Raúl Chamorro Carrasco</dc:creator>
  <cp:lastModifiedBy>Raúl Chamorro Carrasco</cp:lastModifiedBy>
  <cp:revision>5</cp:revision>
  <dcterms:created xsi:type="dcterms:W3CDTF">2025-07-14T20:51:23Z</dcterms:created>
  <dcterms:modified xsi:type="dcterms:W3CDTF">2025-12-24T18:46:31Z</dcterms:modified>
</cp:coreProperties>
</file>